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F7F9"/>
                </a:solidFill>
                <a:latin typeface="Aptos Display"/>
              </a:defRPr>
            </a:pPr>
            <a:r>
              <a:t>Ejercicios PL/SQL Lógica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25880"/>
            <a:ext cx="1051560" cy="54864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7F9"/>
                </a:solidFill>
                <a:latin typeface="Aptos"/>
              </a:defRPr>
            </a:pPr>
            <a:r>
              <a:t>Alejandro Arango Botero - 506242092</a:t>
            </a:r>
          </a:p>
          <a:p>
            <a:pPr>
              <a:spcAft>
                <a:spcPts val="1200"/>
              </a:spcAft>
              <a:defRPr sz="2100">
                <a:solidFill>
                  <a:srgbClr val="F5F7F9"/>
                </a:solidFill>
                <a:latin typeface="Aptos"/>
              </a:defRPr>
            </a:pPr>
            <a:r>
              <a:t>Asesor: Arcos Munos Noe</a:t>
            </a:r>
          </a:p>
          <a:p>
            <a:pPr>
              <a:spcAft>
                <a:spcPts val="1200"/>
              </a:spcAft>
              <a:defRPr sz="2100">
                <a:solidFill>
                  <a:srgbClr val="F5F7F9"/>
                </a:solidFill>
                <a:latin typeface="Aptos"/>
              </a:defRPr>
            </a:pPr>
            <a:r>
              <a:t>Fundación Universitaria Konrad Lorenz</a:t>
            </a:r>
          </a:p>
          <a:p>
            <a:pPr>
              <a:spcAft>
                <a:spcPts val="1200"/>
              </a:spcAft>
              <a:defRPr sz="2100">
                <a:solidFill>
                  <a:srgbClr val="F5F7F9"/>
                </a:solidFill>
                <a:latin typeface="Aptos"/>
              </a:defRPr>
            </a:pPr>
            <a:r>
              <a:t>Facultad de Matemáticas e Ingeniería</a:t>
            </a:r>
          </a:p>
          <a:p>
            <a:pPr>
              <a:spcAft>
                <a:spcPts val="1200"/>
              </a:spcAft>
              <a:defRPr sz="2100">
                <a:solidFill>
                  <a:srgbClr val="F5F7F9"/>
                </a:solidFill>
                <a:latin typeface="Aptos"/>
              </a:defRPr>
            </a:pPr>
            <a:r>
              <a:t>Base de Datos II —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C4CC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9"/>
                </a:solidFill>
                <a:latin typeface="Aptos Display"/>
              </a:defRPr>
            </a:pPr>
            <a:r>
              <a:t>Tabla de contenido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25880"/>
            <a:ext cx="1051560" cy="54864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rPr dirty="0"/>
              <a:t>1. Nombre del </a:t>
            </a:r>
            <a:r>
              <a:rPr dirty="0" err="1"/>
              <a:t>mes</a:t>
            </a:r>
            <a:endParaRPr dirty="0"/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rPr dirty="0"/>
              <a:t>2. </a:t>
            </a:r>
            <a:r>
              <a:rPr dirty="0" err="1"/>
              <a:t>Validación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fecha</a:t>
            </a:r>
            <a:endParaRPr dirty="0"/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rPr dirty="0"/>
              <a:t>3. Signo zodiacal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rPr dirty="0"/>
              <a:t>4. </a:t>
            </a:r>
            <a:r>
              <a:rPr dirty="0" err="1"/>
              <a:t>Cálculo</a:t>
            </a:r>
            <a:r>
              <a:rPr dirty="0"/>
              <a:t> del IMC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rPr dirty="0" err="1"/>
              <a:t>Conclusiones</a:t>
            </a:r>
            <a:endParaRPr dirty="0"/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C4C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9"/>
                </a:solidFill>
                <a:latin typeface="Aptos Display"/>
              </a:defRPr>
            </a:pPr>
            <a:r>
              <a:t>Ejercicio 1 — Nombre del 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25880"/>
            <a:ext cx="1051560" cy="54864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Objetivo: solicitar un número de mes y mostrar su nombre correspondiente.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Se utilizan variables, validación de datos del estudiante, CASE y EXCEPTION.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Si el número está fuera del rango 1–12, se muestra un mensaje de mes inválido.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C4C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9"/>
                </a:solidFill>
                <a:latin typeface="Aptos Display"/>
              </a:defRPr>
            </a:pPr>
            <a:r>
              <a:t>Ejercicio 1 — Código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25880"/>
            <a:ext cx="1051560" cy="54864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DECLARE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nombre VARCHAR2(50) := :nombre;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codigo VARCHAR2(20) := :codigo;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mes NUMBER := :mes;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datos_incorrectos EXCEPTION;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IF nombre &lt;&gt; 'Alejandro' OR codigo &lt;&gt; '506242092' THEN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    RAISE datos_incorrectos;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END IF;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C4C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9"/>
                </a:solidFill>
                <a:latin typeface="Aptos Display"/>
              </a:defRPr>
            </a:pPr>
            <a:r>
              <a:t>Ejercicio 1 — CASE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25880"/>
            <a:ext cx="1051560" cy="54864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CASE mes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  WHEN 1 THEN 'Enero'     WHEN 2 THEN 'Febrero'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  WHEN 3 THEN 'Marzo'     WHEN 4 THEN 'Abril'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  WHEN 5 THEN 'Mayo'      WHEN 6 THEN 'Junio'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  WHEN 7 THEN 'Julio'     WHEN 8 THEN 'Agosto'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  WHEN 9 THEN 'Septiembre' WHEN 10 THEN 'Octubre'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  WHEN 11 THEN 'Noviembre' WHEN 12 THEN 'Diciembre'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  ELSE 'Numero de mes invalido'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END CASE;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C4C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9"/>
                </a:solidFill>
                <a:latin typeface="Aptos Display"/>
              </a:defRPr>
            </a:pPr>
            <a:r>
              <a:t>Ejercicio 2 — Validación de una fecha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25880"/>
            <a:ext cx="1051560" cy="54864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Objetivo: solicitar día, mes y año y validar si la fecha es cronológicamente correcta.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Se crean las excepciones datos_incorrectos y fecha_incorrecta.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Se validan los rangos del mes, día, febrero, meses de 30 días y año.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C4C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9"/>
                </a:solidFill>
                <a:latin typeface="Aptos Display"/>
              </a:defRPr>
            </a:pPr>
            <a:r>
              <a:t>Ejercicio 2 — Validaciones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25880"/>
            <a:ext cx="1051560" cy="54864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Mes: debe estar entre 1 y 12.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Día: debe estar entre 1 y 31.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Febrero: no puede superar 29 días.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Abril, junio, septiembre y noviembre: no pueden superar 30 días.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Año: debe ser mayor o igual a 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C4C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9"/>
                </a:solidFill>
                <a:latin typeface="Aptos Display"/>
              </a:defRPr>
            </a:pPr>
            <a:r>
              <a:t>Ejercicio 2 — Resultado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25880"/>
            <a:ext cx="1051560" cy="54864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Si todos los datos cumplen las condiciones: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“La fecha es cronologicamente correcta.”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Si existe un dato inválido: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“ERROR: La fecha ingresada no es cronologicamente correcta.”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El PDF muestra ejemplos con 30/02/2006 y 17/07/2006.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C4C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9"/>
                </a:solidFill>
                <a:latin typeface="Aptos Display"/>
              </a:defRPr>
            </a:pPr>
            <a:r>
              <a:t>Ejercicio 3 — Signo zodiacal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25880"/>
            <a:ext cx="1051560" cy="54864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Objetivo: solicitar día, mes y año e indicar el signo zodiacal.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Primero se valida la información del estudiante y la fecha.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Después se utilizan IF y ELSIF para comparar día y mes con los rangos de cada signo.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C4C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9"/>
                </a:solidFill>
                <a:latin typeface="Aptos Display"/>
              </a:defRPr>
            </a:pPr>
            <a:r>
              <a:t>Ejercicio 3 — Rangos zodiacales I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25880"/>
            <a:ext cx="1051560" cy="54864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Aries: 21 de marzo – 19 de abril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Tauro: 20 de abril – 20 de mayo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Géminis: 21 de mayo – 20 de junio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Cáncer: 21 de junio – 22 de julio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Leo: 23 de julio – 22 de agosto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Virgo: 23 de agosto – 22 de septiembre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C4C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9"/>
                </a:solidFill>
                <a:latin typeface="Aptos Display"/>
              </a:defRPr>
            </a:pPr>
            <a:r>
              <a:t>Ejercicio 3 — Rangos zodiacales II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25880"/>
            <a:ext cx="1051560" cy="54864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Libra: 23 de septiembre – 22 de octubre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Escorpio: 23 de octubre – 21 de noviembre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Sagitario: 22 de noviembre – 21 de diciembre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Capricornio: 22 de diciembre – 19 de enero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Acuario: 20 de enero – 18 de febrero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Piscis: 19 de febrero – 20 de marzo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C4C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9"/>
                </a:solidFill>
                <a:latin typeface="Aptos Display"/>
              </a:defRPr>
            </a:pPr>
            <a:r>
              <a:t>Ejercicio 4 — Cálculo del IMC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25880"/>
            <a:ext cx="1051560" cy="54864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Objetivo: crear un procedimiento para calcular el Índice de Masa Corporal.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Se reciben peso y altura como parámetros.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Fórmula utilizada: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IMC = peso / (altura × altura)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También se valida que peso y altura sean mayores que cero.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C4C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9"/>
                </a:solidFill>
                <a:latin typeface="Aptos Display"/>
              </a:defRPr>
            </a:pPr>
            <a:r>
              <a:t>Ejercicio 4 — Procedimiento calcular_imc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25880"/>
            <a:ext cx="1051560" cy="54864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PROCEDURE calcular_imc(p_peso NUMBER, p_altura NUMBER) IS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  imc NUMBER;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BEGIN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  imc := p_peso / (p_altura * p_altura);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  DBMS_OUTPUT.PUT_LINE('IMC: ' || ROUND(imc, 2));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  ...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END calcular_imc;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C4CC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9"/>
                </a:solidFill>
                <a:latin typeface="Aptos Display"/>
              </a:defRPr>
            </a:pPr>
            <a:r>
              <a:t>Ejercicio 4 — Clasificación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25880"/>
            <a:ext cx="1051560" cy="54864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IMC &lt; 18.5 → Bajo peso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IMC &lt; 25 → Peso normal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IMC &lt; 30 → Sobrepeso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En los demás casos → Obesidad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Si peso o altura son menores o iguales a cero, se genera una excepción.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C4CC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9"/>
                </a:solidFill>
                <a:latin typeface="Aptos Display"/>
              </a:defRPr>
            </a:pPr>
            <a:r>
              <a:t>Conclusiones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25880"/>
            <a:ext cx="1051560" cy="54864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Se aplicaron variables, estructuras condicionales, excepciones y procedimientos en Oracle PL/SQL.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La validación inicial del nombre y código permite continuar únicamente con datos correctos.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CASE permitió resolver la identificación del mes.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IF y ELSIF permitieron validar fechas y determinar signos zodiacales.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El procedimiento calcular_imc permitió separar una tarea específica y reutilizarla.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C4CC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9"/>
                </a:solidFill>
                <a:latin typeface="Aptos Display"/>
              </a:defRPr>
            </a:pPr>
            <a:r>
              <a:t>Conclusión general y referencias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325880"/>
            <a:ext cx="1051560" cy="54864"/>
          </a:xfrm>
          <a:prstGeom prst="rect">
            <a:avLst/>
          </a:prstGeom>
          <a:solidFill>
            <a:srgbClr val="4B9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Los ejercicios muestran una secuencia lógica de entrada, validación, procesamiento y salida.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Las excepciones permiten controlar situaciones con datos incorrectos.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endParaRPr/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Referencias: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Oracle. Oracle Live SQL.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Oracle. Database PL/SQL Language Reference.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Oracle. PL/SQL User's Guide and Reference.</a:t>
            </a:r>
          </a:p>
          <a:p>
            <a:pPr>
              <a:spcAft>
                <a:spcPts val="1200"/>
              </a:spcAft>
              <a:defRPr sz="1900">
                <a:solidFill>
                  <a:srgbClr val="BBC4CC"/>
                </a:solidFill>
                <a:latin typeface="Aptos"/>
              </a:defRPr>
            </a:pPr>
            <a:r>
              <a:t>Oracle. Oracle Database SQL Language Reference.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35508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BC4CC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864</Words>
  <Application>Microsoft Office PowerPoint</Application>
  <PresentationFormat>Panorámica</PresentationFormat>
  <Paragraphs>124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alejandro arango</dc:creator>
  <cp:keywords/>
  <dc:description>generated using python-pptx</dc:description>
  <cp:lastModifiedBy>alejandro arango</cp:lastModifiedBy>
  <cp:revision>2</cp:revision>
  <dcterms:created xsi:type="dcterms:W3CDTF">2013-01-27T09:14:16Z</dcterms:created>
  <dcterms:modified xsi:type="dcterms:W3CDTF">2026-09-30T02:03:48Z</dcterms:modified>
  <cp:category/>
</cp:coreProperties>
</file>